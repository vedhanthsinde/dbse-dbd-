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1682496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5" name="Shape 3"/>
          <p:cNvSpPr/>
          <p:nvPr/>
        </p:nvSpPr>
        <p:spPr>
          <a:xfrm>
            <a:off x="2249424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Shape 4"/>
          <p:cNvSpPr/>
          <p:nvPr/>
        </p:nvSpPr>
        <p:spPr>
          <a:xfrm>
            <a:off x="2816352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8" name="Shape 6"/>
          <p:cNvSpPr/>
          <p:nvPr/>
        </p:nvSpPr>
        <p:spPr>
          <a:xfrm>
            <a:off x="3950208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9" name="Shape 7"/>
          <p:cNvSpPr/>
          <p:nvPr/>
        </p:nvSpPr>
        <p:spPr>
          <a:xfrm>
            <a:off x="4517136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5084064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Shape 9"/>
          <p:cNvSpPr/>
          <p:nvPr/>
        </p:nvSpPr>
        <p:spPr>
          <a:xfrm>
            <a:off x="5650992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51776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18704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 SUBMISSION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16459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Item Management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Portal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Media &amp; Entertainment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" y="4480560"/>
            <a:ext cx="0" cy="1051560"/>
          </a:xfrm>
          <a:prstGeom prst="line">
            <a:avLst/>
          </a:prstGeom>
          <a:noFill/>
          <a:ln w="12700">
            <a:solidFill>
              <a:srgbClr val="3A3F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47731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Backend Dev. (25CS1302E)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4480560"/>
            <a:ext cx="0" cy="1051560"/>
          </a:xfrm>
          <a:prstGeom prst="line">
            <a:avLst/>
          </a:prstGeom>
          <a:noFill/>
          <a:ln w="12700">
            <a:solidFill>
              <a:srgbClr val="3A3F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17720" y="47731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2026-2027 · Trimester 4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4480560"/>
            <a:ext cx="0" cy="1051560"/>
          </a:xfrm>
          <a:prstGeom prst="line">
            <a:avLst/>
          </a:prstGeom>
          <a:noFill/>
          <a:ln w="12700">
            <a:solidFill>
              <a:srgbClr val="3A3F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/ TEAM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0" y="47731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Team No. 21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Vedhanth · Yeshwanth · Ritvik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background &amp; proposed 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74520"/>
            <a:ext cx="502920" cy="502920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entertainment organizations manage huge volumes of content — movies, web series, TV programs, trailers, and other digital assets. Tracking, organizing, and analyzing this content with traditional methods is slow and error-prone.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486400" cy="4572000"/>
          </a:xfrm>
          <a:prstGeom prst="rect">
            <a:avLst/>
          </a:prstGeom>
          <a:solidFill>
            <a:srgbClr val="14172B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7452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4937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web platform managing content through its full lifecycle — creation, review, publication, archival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subscriber access with powerful search, filtering, and content discovery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based on content data and user activity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audit logs to track key activities and keep users informed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giving management visual insight into content, users, and status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delivers,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Lifecycle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items from creation and review through publication and archival.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196596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22219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register and access content according to assigned roles &amp; permissions.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196596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2219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Discover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search, filtering, and activity-based recommendations.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520440" cy="196596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050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" y="44622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Audit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48646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that track activity and keep users informed of updates.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840480"/>
            <a:ext cx="3520440" cy="196596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0050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17720" y="44622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48646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 into content distribution, user activity, and status.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520440" cy="196596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0050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44622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Ops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66760" y="48646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operational monitoring and informed decision-making.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Team No. 21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9456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2148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Vedhanth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11680" y="2560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2011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2761488"/>
            <a:ext cx="2377440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42900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3383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Yeshwanth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01168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2520030525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3246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0" y="3995928"/>
            <a:ext cx="2377440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4805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66344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011680" y="4617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Ritvik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01168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2520030283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480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5230368"/>
            <a:ext cx="2377440" cy="0"/>
          </a:xfrm>
          <a:prstGeom prst="line">
            <a:avLst/>
          </a:prstGeom>
          <a:noFill/>
          <a:ln w="12700">
            <a:solidFill>
              <a:srgbClr val="D8D5C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Frontend &amp;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styling, and UX tooling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component-based user interface.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for the React frontend application.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(ES6+)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application logic.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18688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the web application pages.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218688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772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responsive layout, animation, cinematic UI.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218688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protected-route management.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837176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5020056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020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600" y="4983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68680" y="55504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between React frontend and REST APIs.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89120" y="4837176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5020056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5020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20640" y="4983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Lucide React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617720" y="55504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set for nav, buttons, menus, dashboards.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4837176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1040" y="5020056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6" name="Text 44"/>
          <p:cNvSpPr/>
          <p:nvPr/>
        </p:nvSpPr>
        <p:spPr>
          <a:xfrm>
            <a:off x="8321040" y="5020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69680" y="4983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Recharts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366760" y="55504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movie, revenue, rating &amp; genre analytics.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Backend, Database &amp;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data layer, and access protection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41732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 for the backend application.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141732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and HTTP request/response handling.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141732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users, movies, genres, reviews &amp; more.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18688"/>
            <a:ext cx="3520440" cy="141732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connecting Node.js backend to MySQL.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218688"/>
            <a:ext cx="3520440" cy="141732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772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and protected resource access.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218688"/>
            <a:ext cx="3520440" cy="141732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hashing and verification of passwords.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837176"/>
            <a:ext cx="3520440" cy="141732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" y="5020056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020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600" y="4983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Helmet.js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68680" y="55504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Security-related HTTP headers for Express.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89120" y="4837176"/>
            <a:ext cx="3520440" cy="1417320"/>
          </a:xfrm>
          <a:prstGeom prst="rect">
            <a:avLst/>
          </a:prstGeom>
          <a:solidFill>
            <a:srgbClr val="232748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0" y="5020056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5020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20640" y="4983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617720" y="55504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cross-origin frontend/backend communication.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testing, and version control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Develop, test &amp; verify backend REST API endpoints.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for frontend and backend source code.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8308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7465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Workbench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3134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manage, query and test the MySQL database.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18688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DataGrip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database development environment.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218688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Stitch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772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screens; Letterboxd-inspired visual style.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218688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3364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3931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source-code changes and project versions.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837176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5020056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020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600" y="4983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68680" y="55504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source code and manages version history.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1682496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5" name="Shape 3"/>
          <p:cNvSpPr/>
          <p:nvPr/>
        </p:nvSpPr>
        <p:spPr>
          <a:xfrm>
            <a:off x="2249424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Shape 4"/>
          <p:cNvSpPr/>
          <p:nvPr/>
        </p:nvSpPr>
        <p:spPr>
          <a:xfrm>
            <a:off x="2816352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8" name="Shape 6"/>
          <p:cNvSpPr/>
          <p:nvPr/>
        </p:nvSpPr>
        <p:spPr>
          <a:xfrm>
            <a:off x="3950208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9" name="Shape 7"/>
          <p:cNvSpPr/>
          <p:nvPr/>
        </p:nvSpPr>
        <p:spPr>
          <a:xfrm>
            <a:off x="4517136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5084064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Shape 9"/>
          <p:cNvSpPr/>
          <p:nvPr/>
        </p:nvSpPr>
        <p:spPr>
          <a:xfrm>
            <a:off x="5650992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51776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18704" y="502920"/>
            <a:ext cx="82296" cy="822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Item Management &amp; Analytics Portal for Media &amp; Entertainment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 21  ·  Section 8  ·  Vedhanth · Yeshwanth · Ritvik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120640"/>
            <a:ext cx="3657600" cy="0"/>
          </a:xfrm>
          <a:prstGeom prst="line">
            <a:avLst/>
          </a:prstGeom>
          <a:noFill/>
          <a:ln w="12700">
            <a:solidFill>
              <a:srgbClr val="3A3F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&amp; Signature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2026-08-12T03:57:03Z</dcterms:created>
  <dcterms:modified xsi:type="dcterms:W3CDTF">2026-08-12T03:57:03Z</dcterms:modified>
</cp:coreProperties>
</file>